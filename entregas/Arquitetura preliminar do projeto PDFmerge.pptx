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Destaqu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-282" y="-102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718f27e3ca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718f27e3ca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71836f1a24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71836f1a24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785950" y="1223875"/>
            <a:ext cx="5554188" cy="596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pt-BR" dirty="0"/>
              <a:t>Equipa: </a:t>
            </a:r>
            <a:r>
              <a:rPr lang="pt-BR" b="1" dirty="0" smtClean="0"/>
              <a:t>35</a:t>
            </a:r>
          </a:p>
          <a:p>
            <a:pPr lvl="0" algn="ctr"/>
            <a:r>
              <a:rPr lang="pt-BR" dirty="0" smtClean="0"/>
              <a:t> Ana Oliveira func:</a:t>
            </a:r>
            <a:r>
              <a:rPr lang="pt-PT" b="1" dirty="0" err="1" smtClean="0"/>
              <a:t>Lider</a:t>
            </a:r>
            <a:r>
              <a:rPr lang="pt-PT" dirty="0" smtClean="0"/>
              <a:t>; </a:t>
            </a:r>
            <a:r>
              <a:rPr lang="pt-PT" dirty="0" smtClean="0"/>
              <a:t>Fagner </a:t>
            </a:r>
            <a:r>
              <a:rPr lang="pt-PT" dirty="0" smtClean="0"/>
              <a:t>Viana, </a:t>
            </a:r>
            <a:r>
              <a:rPr lang="pt-PT" dirty="0" smtClean="0"/>
              <a:t>Pedro </a:t>
            </a:r>
            <a:r>
              <a:rPr lang="pt-PT" dirty="0" smtClean="0"/>
              <a:t>Fagundes, </a:t>
            </a:r>
            <a:r>
              <a:rPr lang="pt-PT" dirty="0" smtClean="0"/>
              <a:t>Vanessa </a:t>
            </a:r>
            <a:r>
              <a:rPr lang="pt-PT" dirty="0" smtClean="0"/>
              <a:t>Almeida </a:t>
            </a:r>
            <a:r>
              <a:rPr lang="pt-PT" dirty="0" err="1" smtClean="0"/>
              <a:t>Func</a:t>
            </a:r>
            <a:r>
              <a:rPr lang="pt-PT" dirty="0" smtClean="0"/>
              <a:t>: </a:t>
            </a:r>
            <a:r>
              <a:rPr lang="pt-PT" b="1" dirty="0" smtClean="0"/>
              <a:t>Desenvolvedor</a:t>
            </a:r>
            <a:r>
              <a:rPr lang="pt-PT" dirty="0" smtClean="0"/>
              <a:t>; </a:t>
            </a:r>
            <a:r>
              <a:rPr lang="pt-PT" dirty="0" smtClean="0"/>
              <a:t>João </a:t>
            </a:r>
            <a:r>
              <a:rPr lang="pt-PT" dirty="0" smtClean="0"/>
              <a:t>Gomes </a:t>
            </a:r>
            <a:r>
              <a:rPr lang="pt-PT" dirty="0" err="1" smtClean="0"/>
              <a:t>Func</a:t>
            </a:r>
            <a:r>
              <a:rPr lang="pt-PT" dirty="0" smtClean="0"/>
              <a:t>: </a:t>
            </a:r>
            <a:r>
              <a:rPr lang="pt-PT" b="1" dirty="0" smtClean="0"/>
              <a:t>Verificador</a:t>
            </a:r>
            <a:endParaRPr b="1" dirty="0"/>
          </a:p>
        </p:txBody>
      </p:sp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311700" y="306402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Relatório arquitetónico preliminar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400" i="1" dirty="0"/>
              <a:t>Inputs</a:t>
            </a:r>
            <a:r>
              <a:rPr lang="pt-BR" sz="2400" dirty="0"/>
              <a:t> e </a:t>
            </a:r>
            <a:r>
              <a:rPr lang="pt-BR" sz="2400" i="1" dirty="0"/>
              <a:t>outputs</a:t>
            </a:r>
            <a:r>
              <a:rPr lang="pt-BR" sz="2400" dirty="0"/>
              <a:t> preconizados</a:t>
            </a:r>
            <a:endParaRPr dirty="0"/>
          </a:p>
        </p:txBody>
      </p:sp>
      <p:graphicFrame>
        <p:nvGraphicFramePr>
          <p:cNvPr id="6" name="Tabela 5"/>
          <p:cNvGraphicFramePr>
            <a:graphicFrameLocks noGrp="1"/>
          </p:cNvGraphicFramePr>
          <p:nvPr/>
        </p:nvGraphicFramePr>
        <p:xfrm>
          <a:off x="900546" y="2142317"/>
          <a:ext cx="7121236" cy="2546062"/>
        </p:xfrm>
        <a:graphic>
          <a:graphicData uri="http://schemas.openxmlformats.org/drawingml/2006/table">
            <a:tbl>
              <a:tblPr/>
              <a:tblGrid>
                <a:gridCol w="1184603"/>
                <a:gridCol w="3050013"/>
                <a:gridCol w="2886620"/>
              </a:tblGrid>
              <a:tr h="444080">
                <a:tc>
                  <a:txBody>
                    <a:bodyPr/>
                    <a:lstStyle/>
                    <a:p>
                      <a:pPr algn="l" fontAlgn="b"/>
                      <a:endParaRPr lang="pt-PT" sz="10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8742" marR="8742" marT="8742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pt-PT" sz="10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Lista de Inputs e Outputs do </a:t>
                      </a:r>
                      <a:r>
                        <a:rPr lang="pt-PT" sz="1000" b="1" i="0" u="none" strike="noStrike" dirty="0" err="1">
                          <a:solidFill>
                            <a:srgbClr val="000000"/>
                          </a:solidFill>
                          <a:latin typeface="Calibri"/>
                        </a:rPr>
                        <a:t>PDFmerge</a:t>
                      </a:r>
                      <a:r>
                        <a:rPr lang="pt-PT" sz="10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        </a:t>
                      </a:r>
                    </a:p>
                  </a:txBody>
                  <a:tcPr marL="8742" marR="8742" marT="87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</a:tr>
              <a:tr h="384870">
                <a:tc>
                  <a:txBody>
                    <a:bodyPr/>
                    <a:lstStyle/>
                    <a:p>
                      <a:pPr algn="ctr" fontAlgn="ctr"/>
                      <a:endParaRPr lang="pt-PT" sz="1000" b="1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8742" marR="8742" marT="8742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Inputs</a:t>
                      </a:r>
                    </a:p>
                  </a:txBody>
                  <a:tcPr marL="8742" marR="8742" marT="87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Outputs</a:t>
                      </a:r>
                    </a:p>
                  </a:txBody>
                  <a:tcPr marL="8742" marR="8742" marT="87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27635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Algorítmicos</a:t>
                      </a:r>
                    </a:p>
                  </a:txBody>
                  <a:tcPr marL="8742" marR="8742" marT="87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• Um ou mais ficheiros PDF • Ordem dos ficheiros (se aplicável) • Metadados simples dos documentos (se aplicável)</a:t>
                      </a:r>
                    </a:p>
                  </a:txBody>
                  <a:tcPr marL="8742" marR="8742" marT="87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• Ficheiro PDF final combinado • Informação estruturada sobre os ficheiros processados (se aplicável)</a:t>
                      </a:r>
                    </a:p>
                  </a:txBody>
                  <a:tcPr marL="8742" marR="8742" marT="87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89477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De controlo</a:t>
                      </a:r>
                    </a:p>
                  </a:txBody>
                  <a:tcPr marL="8742" marR="8742" marT="87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• Iniciar a aplicação • Selecionar/carregar ficheiros PDF • Confirmar a operação de junção • Descarregar o PDF final • Sair da aplicação</a:t>
                      </a:r>
                    </a:p>
                  </a:txBody>
                  <a:tcPr marL="8742" marR="8742" marT="87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• Apresentação da interface • Mensagem de erro • Mensagem de sucesso • Confirmação de PDF combinado com sucesso</a:t>
                      </a:r>
                    </a:p>
                  </a:txBody>
                  <a:tcPr marL="8742" marR="8742" marT="87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xfrm>
            <a:off x="311700" y="306402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dirty="0"/>
              <a:t>Relatório arquitetónico preliminar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400" dirty="0"/>
              <a:t>Diagrama de sequência entre componentes</a:t>
            </a:r>
            <a:endParaRPr dirty="0"/>
          </a:p>
        </p:txBody>
      </p:sp>
      <p:pic>
        <p:nvPicPr>
          <p:cNvPr id="4" name="Imagem 3" descr="diagra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8307" y="1178975"/>
            <a:ext cx="4661134" cy="39645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title"/>
          </p:nvPr>
        </p:nvSpPr>
        <p:spPr>
          <a:xfrm>
            <a:off x="311700" y="77650"/>
            <a:ext cx="8520600" cy="108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3600" dirty="0"/>
              <a:t>Relatório arquitetónico preliminar</a:t>
            </a:r>
            <a:endParaRPr sz="36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400" dirty="0"/>
              <a:t>Diagrama de </a:t>
            </a:r>
            <a:r>
              <a:rPr lang="pt-BR" sz="2400" dirty="0" smtClean="0"/>
              <a:t>componentes</a:t>
            </a:r>
            <a:br>
              <a:rPr lang="pt-BR" sz="2400" dirty="0" smtClean="0"/>
            </a:br>
            <a:endParaRPr sz="2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6" name="Imagem 5" descr="curry_grace_pdfmer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8100" y="1187109"/>
            <a:ext cx="6345834" cy="362619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140</Words>
  <Application>Microsoft Office PowerPoint</Application>
  <PresentationFormat>Apresentação no Ecrã (16:9)</PresentationFormat>
  <Paragraphs>17</Paragraphs>
  <Slides>3</Slides>
  <Notes>3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dos diapositivos</vt:lpstr>
      </vt:variant>
      <vt:variant>
        <vt:i4>3</vt:i4>
      </vt:variant>
    </vt:vector>
  </HeadingPairs>
  <TitlesOfParts>
    <vt:vector size="4" baseType="lpstr">
      <vt:lpstr>Simple Light</vt:lpstr>
      <vt:lpstr>Relatório arquitetónico preliminar Inputs e outputs preconizados</vt:lpstr>
      <vt:lpstr>Relatório arquitetónico preliminar Diagrama de sequência entre componentes</vt:lpstr>
      <vt:lpstr>Relatório arquitetónico preliminar Diagrama de componentes 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Relatório arquitetónico preliminar Inputs e outputs preconizados</dc:title>
  <dc:creator>Administrativo</dc:creator>
  <cp:lastModifiedBy>Administrativo</cp:lastModifiedBy>
  <cp:revision>3</cp:revision>
  <dcterms:modified xsi:type="dcterms:W3CDTF">2026-04-02T08:52:02Z</dcterms:modified>
</cp:coreProperties>
</file>